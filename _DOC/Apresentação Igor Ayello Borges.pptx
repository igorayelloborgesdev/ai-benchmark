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5" r:id="rId12"/>
    <p:sldId id="266" r:id="rId13"/>
    <p:sldId id="267" r:id="rId14"/>
    <p:sldId id="268" r:id="rId15"/>
    <p:sldId id="269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40595A-576C-4961-8064-C6DA6FE25FD3}" v="6" dt="2024-03-28T16:41:33.9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87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a Montezelli" userId="f684dfb1-a22e-47cb-8c34-70aa728d609c" providerId="ADAL" clId="{0540595A-576C-4961-8064-C6DA6FE25FD3}"/>
    <pc:docChg chg="addSld delSld modSld sldOrd addMainMaster modMainMaster">
      <pc:chgData name="Julia Montezelli" userId="f684dfb1-a22e-47cb-8c34-70aa728d609c" providerId="ADAL" clId="{0540595A-576C-4961-8064-C6DA6FE25FD3}" dt="2024-03-28T16:42:40.512" v="16" actId="47"/>
      <pc:docMkLst>
        <pc:docMk/>
      </pc:docMkLst>
      <pc:sldChg chg="modSp mod">
        <pc:chgData name="Julia Montezelli" userId="f684dfb1-a22e-47cb-8c34-70aa728d609c" providerId="ADAL" clId="{0540595A-576C-4961-8064-C6DA6FE25FD3}" dt="2024-03-28T16:41:55.589" v="12" actId="34135"/>
        <pc:sldMkLst>
          <pc:docMk/>
          <pc:sldMk cId="0" sldId="256"/>
        </pc:sldMkLst>
        <pc:picChg chg="mod">
          <ac:chgData name="Julia Montezelli" userId="f684dfb1-a22e-47cb-8c34-70aa728d609c" providerId="ADAL" clId="{0540595A-576C-4961-8064-C6DA6FE25FD3}" dt="2024-03-28T16:41:55.589" v="12" actId="34135"/>
          <ac:picMkLst>
            <pc:docMk/>
            <pc:sldMk cId="0" sldId="256"/>
            <ac:picMk id="2050" creationId="{69167FFF-053C-32A8-23DF-F9F613927C34}"/>
          </ac:picMkLst>
        </pc:picChg>
      </pc:sldChg>
      <pc:sldChg chg="delSp ord">
        <pc:chgData name="Julia Montezelli" userId="f684dfb1-a22e-47cb-8c34-70aa728d609c" providerId="ADAL" clId="{0540595A-576C-4961-8064-C6DA6FE25FD3}" dt="2024-03-28T16:41:31.466" v="9" actId="478"/>
        <pc:sldMkLst>
          <pc:docMk/>
          <pc:sldMk cId="0" sldId="257"/>
        </pc:sldMkLst>
        <pc:picChg chg="del">
          <ac:chgData name="Julia Montezelli" userId="f684dfb1-a22e-47cb-8c34-70aa728d609c" providerId="ADAL" clId="{0540595A-576C-4961-8064-C6DA6FE25FD3}" dt="2024-03-28T16:41:31.466" v="9" actId="478"/>
          <ac:picMkLst>
            <pc:docMk/>
            <pc:sldMk cId="0" sldId="257"/>
            <ac:picMk id="3074" creationId="{AD9CEC6A-1B25-2261-ACEF-39CAFD05A131}"/>
          </ac:picMkLst>
        </pc:picChg>
      </pc:sldChg>
      <pc:sldChg chg="new del">
        <pc:chgData name="Julia Montezelli" userId="f684dfb1-a22e-47cb-8c34-70aa728d609c" providerId="ADAL" clId="{0540595A-576C-4961-8064-C6DA6FE25FD3}" dt="2024-03-28T16:41:05.260" v="5" actId="47"/>
        <pc:sldMkLst>
          <pc:docMk/>
          <pc:sldMk cId="1325056275" sldId="258"/>
        </pc:sldMkLst>
      </pc:sldChg>
      <pc:sldChg chg="delSp add del">
        <pc:chgData name="Julia Montezelli" userId="f684dfb1-a22e-47cb-8c34-70aa728d609c" providerId="ADAL" clId="{0540595A-576C-4961-8064-C6DA6FE25FD3}" dt="2024-03-28T16:42:40.512" v="16" actId="47"/>
        <pc:sldMkLst>
          <pc:docMk/>
          <pc:sldMk cId="2878548634" sldId="258"/>
        </pc:sldMkLst>
        <pc:picChg chg="del">
          <ac:chgData name="Julia Montezelli" userId="f684dfb1-a22e-47cb-8c34-70aa728d609c" providerId="ADAL" clId="{0540595A-576C-4961-8064-C6DA6FE25FD3}" dt="2024-03-28T16:41:33.929" v="10" actId="478"/>
          <ac:picMkLst>
            <pc:docMk/>
            <pc:sldMk cId="2878548634" sldId="258"/>
            <ac:picMk id="3074" creationId="{AD9CEC6A-1B25-2261-ACEF-39CAFD05A131}"/>
          </ac:picMkLst>
        </pc:picChg>
      </pc:sldChg>
      <pc:sldChg chg="new del">
        <pc:chgData name="Julia Montezelli" userId="f684dfb1-a22e-47cb-8c34-70aa728d609c" providerId="ADAL" clId="{0540595A-576C-4961-8064-C6DA6FE25FD3}" dt="2024-03-28T16:42:39.533" v="15" actId="47"/>
        <pc:sldMkLst>
          <pc:docMk/>
          <pc:sldMk cId="1401432568" sldId="259"/>
        </pc:sldMkLst>
      </pc:sldChg>
      <pc:sldChg chg="new del">
        <pc:chgData name="Julia Montezelli" userId="f684dfb1-a22e-47cb-8c34-70aa728d609c" providerId="ADAL" clId="{0540595A-576C-4961-8064-C6DA6FE25FD3}" dt="2024-03-28T16:42:38.895" v="14" actId="47"/>
        <pc:sldMkLst>
          <pc:docMk/>
          <pc:sldMk cId="1315780620" sldId="260"/>
        </pc:sldMkLst>
      </pc:sldChg>
      <pc:sldMasterChg chg="modSldLayout">
        <pc:chgData name="Julia Montezelli" userId="f684dfb1-a22e-47cb-8c34-70aa728d609c" providerId="ADAL" clId="{0540595A-576C-4961-8064-C6DA6FE25FD3}" dt="2024-03-28T16:41:18.999" v="7"/>
        <pc:sldMasterMkLst>
          <pc:docMk/>
          <pc:sldMasterMk cId="0" sldId="2147483648"/>
        </pc:sldMasterMkLst>
        <pc:sldLayoutChg chg="addSp modSp">
          <pc:chgData name="Julia Montezelli" userId="f684dfb1-a22e-47cb-8c34-70aa728d609c" providerId="ADAL" clId="{0540595A-576C-4961-8064-C6DA6FE25FD3}" dt="2024-03-28T16:41:18.999" v="7"/>
          <pc:sldLayoutMkLst>
            <pc:docMk/>
            <pc:sldMasterMk cId="0" sldId="2147483648"/>
            <pc:sldLayoutMk cId="423984615" sldId="2147483650"/>
          </pc:sldLayoutMkLst>
          <pc:picChg chg="add mod">
            <ac:chgData name="Julia Montezelli" userId="f684dfb1-a22e-47cb-8c34-70aa728d609c" providerId="ADAL" clId="{0540595A-576C-4961-8064-C6DA6FE25FD3}" dt="2024-03-28T16:41:18.999" v="7"/>
            <ac:picMkLst>
              <pc:docMk/>
              <pc:sldMasterMk cId="0" sldId="2147483648"/>
              <pc:sldLayoutMk cId="423984615" sldId="2147483650"/>
              <ac:picMk id="7" creationId="{664C5D5B-F775-740C-162F-75F700AA3B6F}"/>
            </ac:picMkLst>
          </pc:picChg>
        </pc:sldLayoutChg>
        <pc:sldLayoutChg chg="addSp delSp modSp">
          <pc:chgData name="Julia Montezelli" userId="f684dfb1-a22e-47cb-8c34-70aa728d609c" providerId="ADAL" clId="{0540595A-576C-4961-8064-C6DA6FE25FD3}" dt="2024-03-28T16:41:16.049" v="6" actId="21"/>
          <pc:sldLayoutMkLst>
            <pc:docMk/>
            <pc:sldMasterMk cId="0" sldId="2147483648"/>
            <pc:sldLayoutMk cId="468984278" sldId="2147483651"/>
          </pc:sldLayoutMkLst>
          <pc:picChg chg="add del mod">
            <ac:chgData name="Julia Montezelli" userId="f684dfb1-a22e-47cb-8c34-70aa728d609c" providerId="ADAL" clId="{0540595A-576C-4961-8064-C6DA6FE25FD3}" dt="2024-03-28T16:41:16.049" v="6" actId="21"/>
            <ac:picMkLst>
              <pc:docMk/>
              <pc:sldMasterMk cId="0" sldId="2147483648"/>
              <pc:sldLayoutMk cId="468984278" sldId="2147483651"/>
              <ac:picMk id="7" creationId="{664C5D5B-F775-740C-162F-75F700AA3B6F}"/>
            </ac:picMkLst>
          </pc:picChg>
        </pc:sldLayoutChg>
      </pc:sldMasterChg>
      <pc:sldMasterChg chg="new mod addSldLayout">
        <pc:chgData name="Julia Montezelli" userId="f684dfb1-a22e-47cb-8c34-70aa728d609c" providerId="ADAL" clId="{0540595A-576C-4961-8064-C6DA6FE25FD3}" dt="2024-03-28T14:32:12.261" v="0" actId="6938"/>
        <pc:sldMasterMkLst>
          <pc:docMk/>
          <pc:sldMasterMk cId="2258777206" sldId="2147483660"/>
        </pc:sldMasterMkLst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13237468" sldId="2147483661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161459600" sldId="2147483662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611285825" sldId="2147483663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658152024" sldId="2147483664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659889071" sldId="2147483665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663317416" sldId="2147483666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349444308" sldId="2147483667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112163654" sldId="2147483668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992403294" sldId="2147483669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530002744" sldId="2147483670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1721163585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54188C-5123-C403-D056-93E26F43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41F348-3173-4368-9AE4-2C210B104C9A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48FF5D-D431-88CE-6059-A5CCBA4BF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36DCA9-8EA9-A37A-51F1-8B71F4CBC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1F76F7-039B-430A-B7B5-577DDA3C4D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4697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94A8A04-19E9-70E3-19CA-3B3FF0220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753154-227E-4FB0-9144-264D99B09C4F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2BC6B5-7E86-2B7B-9668-FB92CF95D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7AE915-4AA5-1329-97D0-038C90D4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3A4533-5DBE-4FD4-A061-EAF54B40E89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pic>
        <p:nvPicPr>
          <p:cNvPr id="7" name="Imagem 4" descr="Desenho com traços pretos em fundo branco&#10;&#10;Descrição gerada automaticamente com confiança média">
            <a:extLst>
              <a:ext uri="{FF2B5EF4-FFF2-40B4-BE49-F238E27FC236}">
                <a16:creationId xmlns:a16="http://schemas.microsoft.com/office/drawing/2014/main" id="{664C5D5B-F775-740C-162F-75F700AA3B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4838" y="6224588"/>
            <a:ext cx="1182687" cy="488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984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853632-0636-CD63-8241-3E8831E4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C3CC2B-74D8-4575-BC9B-C755C2896EC6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A3DF60-2307-708F-4B50-3EC9B5C1A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AA974E-B8F0-D8E5-71C1-3AC1FBF68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264EEBC-97AD-4BB5-8C4C-916E37B736B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8984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3206DE05-FE47-C861-B320-19DCD0AD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63D85-07B5-4A63-A5EE-7CB9EBD586D1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0266CD70-C085-D99C-4F89-89C7448D3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E0FDED60-12D4-0D84-DC2C-025B2AF21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7F81F3-3B6B-4158-A2EA-435EE12202D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8135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7BCF1C5A-A74A-F7CB-5428-776F6FA8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049EFE-17D5-480A-B754-87D854FBA7BD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2ECEE962-D46B-58FA-EF60-EDFE1973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F32B39DE-A1FE-7775-DE1E-ACB086D8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139C0E-B88B-4E19-94FC-2325D76F751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4631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5137CD16-6574-6E1F-ABE4-0A545D365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393E6F-C6AF-442E-89E3-F85E24AFDA58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35BCBFEA-C5E5-6A42-1AAA-FAF2685FD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3987B575-2E62-724D-F599-EAD1951F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3265F5-9918-43E5-A4FC-F732428B84D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1812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57D1C6B0-5D54-197F-AC9B-65D8851F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AAD17F-5C37-430A-8177-1918C74E06A4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0D6031AF-FE42-9BB0-2711-99D8A67E0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8E6DDA5D-8BD5-1650-B632-A61D9B1D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5EDAD0-5299-4C4E-859B-63E5266360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1707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2A53A17D-9EEC-1376-506B-D8D43425E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897BD8-28FD-44E8-9D3A-DD444A1270E8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843F775C-E2F8-910D-745B-5D354CFD6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33860552-DD75-02DB-B500-B86A9D63C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0DB9B6-62D8-4BB7-BB1C-7D883C26475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4797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E581D842-D706-7D01-7B93-471F1CCC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F3CEA6-D88E-4E80-9FC8-3DA155323873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B16DC51D-DF0D-58F1-CFE1-BE301691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C407A454-8E16-BB9C-37DE-A2D421A1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38A33F-6685-41BA-80F1-2B0923865B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7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0D59DDA-6441-1B7C-B62C-BF62B03B0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D6C737-1E34-435B-8742-DFCAF78F49C8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BB4E6C9-D9FC-E0DC-02F2-F642D50DA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7BB54B-F4A2-4AA3-61E6-2A9526B0F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516F8B4-0831-4CF4-85C7-B8BB0D88BD5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11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5B2444-C6E0-2A95-B28D-C7A5E66A5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E7F4D5-5FF4-4AE9-9E53-FBC51E1889ED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4E08FAD-EDC2-8C7B-CA3B-A64C9007E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8F2CA30-119A-4372-93F3-D47A1D77A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20E77F-8C06-477A-82CE-75C5F46B7A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08195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EF62E-0F2D-47C5-6D89-F3CCC797A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F4013DC-8F6A-2CEA-B95A-3A12F4C28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668CB8-DA21-60CA-576A-40CEC5DCC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6A8E9C-7002-046F-C62C-7F7B5DF42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BD49D0-7B3E-366D-C1B1-645D15AAD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237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714900-2B20-CF61-3EF4-0A478244D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01EAC-6554-6610-2375-BA980B384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B100A3-B288-7584-7AB3-3E2C89CB7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67905D-FE02-43D8-7F1A-B52231D5F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9585B9-64F8-F534-75D1-DB0DF76E8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459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7738F6-0B84-F482-8581-48DA78122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1F32F5C-3A9A-B986-48CB-28B6608B5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10B67F0-1844-E07C-FBBF-6ED7E9FE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C171B8-D512-7700-A187-95FFAA3B5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67D3D2D-4DBF-3F52-754A-0DE045A2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12858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06D6A7-8208-8CB5-1985-A690E3F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A60FB5-FBFF-38BB-9508-C46FDB26E5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52AD750-9710-6744-3DFA-8094CA9B77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8C0DD2-EA0A-EC6D-D5F7-AADE939C6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9482AC6-F053-EEDD-5637-B347FE01A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FF95F68-3D6D-9BA7-9C25-7DA1717F6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1520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E04330-174D-29E5-8654-46A07AF89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DE00D73-2C2D-23AB-0134-CF309677B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D249F24-FCDC-6B9A-A6D7-D05223708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B6A79D9-C4D3-5F6D-6C3A-8A7DFBE06D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E70E644-EED5-872A-3F3E-8DA878743A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A434F67-88BF-E7AB-8146-F015A2E4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2316F72-0B0C-741B-4791-1A08DCC05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CD686B2-8C95-B1A7-8647-8AE6D6273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98890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ACA114-7BEF-8889-4AAD-A4650F50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84703BE-0278-68C8-55F1-5E12C6A85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F362A38-B33A-3B43-1FC6-6E9131030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83375D-BA6C-7189-935B-2C4CDA4C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174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BB3D465-661A-008F-6997-8D0BE07BE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D01AFC2-EE9C-0E49-2FB7-F1B471B66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12F564-8150-6C5C-3AD4-CA179A8E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4443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12C474-3B0B-B417-EC81-75DE75A54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1C390E-B237-7170-85F8-A35CF9644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BF85BDB-CC8C-5D62-5852-0D91B7C5C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01FF1C5-64A0-DAB8-6184-8BE64977D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DABDF35-C8D7-F2C0-CBF3-D0DCEC1D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C293867-BF6F-F150-C690-A101E356D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36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74E243-EE90-F093-06FD-D01879DC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5DA1786-0D87-7592-C312-AAA4055FF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53ED9EA-D49E-8E58-3C63-9B8108BE5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1067272-070E-82A2-443A-948B5B5AD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01E17D2-90C1-300D-83AA-A1DA1DF93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4B14FE-048C-DF7C-85F1-4F55DAF38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4032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E6FBF-271B-6A71-80D3-84715724A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D386F14-8F4A-F22F-9FFC-1164C0CD9D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95AC9A-FDC8-0DEE-1058-0933DBB4B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8118C6-633D-F2FC-6522-4511BBD82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B7A59AB-5B8D-B9F1-CA52-861E99D9C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00027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1916963-F002-4CC0-000F-721A3B3C7D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1565939-2249-B159-ED7A-6B667FC19F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0FB969-A189-C5D2-6D3C-3B2D596AF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16F883-BB93-AA0F-E2B5-D8DB0A17F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7187D8-30AE-608E-E44C-43BD8F606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163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54FEAEE6-6DC3-82AD-923E-6E89737ACE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2EB787A8-6C53-B312-69D6-15B7C63FD6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AB38F5-179C-EC89-D177-EDF645BBBA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4DEA24CB-D011-40A9-9B00-17F8B95BC099}" type="datetimeFigureOut">
              <a:rPr lang="pt-BR"/>
              <a:pPr>
                <a:defRPr/>
              </a:pPr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96B3C93-8BD6-F4DF-2EF9-9F9B19864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79F760-62C7-A95B-8BCB-9125DE646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31B5D4AF-77A0-46F4-A4DA-44F26C2F6F0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C0CD8993-8EFA-C921-CE50-C91B93C59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FDAFABD-CCB9-B391-F672-3C505C4ED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6F6392-A335-49EB-9AF3-43BB6706E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724664-DFBB-4E94-A029-90BF542E375A}" type="datetimeFigureOut">
              <a:rPr lang="pt-BR" smtClean="0"/>
              <a:t>06/10/2025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43C747-C098-229A-2F92-02372364E8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01009F-9821-73C3-C06E-B6C465341E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8777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m 4" descr="Desenho com traços pretos em fundo branco&#10;&#10;Descrição gerada automaticamente com confiança média">
            <a:extLst>
              <a:ext uri="{FF2B5EF4-FFF2-40B4-BE49-F238E27FC236}">
                <a16:creationId xmlns:a16="http://schemas.microsoft.com/office/drawing/2014/main" id="{69167FFF-053C-32A8-23DF-F9F613927C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400" y="1187450"/>
            <a:ext cx="2692400" cy="448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Título 1">
            <a:extLst>
              <a:ext uri="{FF2B5EF4-FFF2-40B4-BE49-F238E27FC236}">
                <a16:creationId xmlns:a16="http://schemas.microsoft.com/office/drawing/2014/main" id="{5E191FB6-9076-7761-D0ED-D4DB65D145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114800" y="2793192"/>
            <a:ext cx="7654925" cy="2003425"/>
          </a:xfrm>
        </p:spPr>
        <p:txBody>
          <a:bodyPr/>
          <a:lstStyle/>
          <a:p>
            <a:r>
              <a:rPr lang="pt-BR" altLang="pt-BR" sz="4800" dirty="0">
                <a:solidFill>
                  <a:schemeClr val="bg2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Desempenho de inteligências artificiais na criação de APIs para plataformas de simulação de investimentos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E2D5B23A-1E89-B367-5D15-A0EBF76473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30750" y="4987506"/>
            <a:ext cx="5356225" cy="673965"/>
          </a:xfrm>
        </p:spPr>
        <p:txBody>
          <a:bodyPr rtlCol="0">
            <a:normAutofit fontScale="85000" lnSpcReduction="20000"/>
          </a:bodyPr>
          <a:lstStyle/>
          <a:p>
            <a:pPr algn="l" fontAlgn="auto">
              <a:spcAft>
                <a:spcPts val="0"/>
              </a:spcAft>
              <a:defRPr/>
            </a:pPr>
            <a:r>
              <a:rPr lang="pt-BR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Igor </a:t>
            </a:r>
            <a:r>
              <a:rPr lang="pt-BR" dirty="0" err="1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Ayello</a:t>
            </a:r>
            <a:r>
              <a:rPr lang="pt-BR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Borges</a:t>
            </a:r>
          </a:p>
          <a:p>
            <a:pPr algn="l" fontAlgn="auto">
              <a:spcAft>
                <a:spcPts val="0"/>
              </a:spcAft>
              <a:defRPr/>
            </a:pPr>
            <a:r>
              <a:rPr lang="pt-BR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Anderson Canale Garcia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5D42048-AA20-3DC1-CE1D-09AE13510F48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Introdução</a:t>
            </a:r>
            <a:endParaRPr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0748C3-1709-D919-AAE0-B732FAD7B9E5}"/>
              </a:ext>
            </a:extLst>
          </p:cNvPr>
          <p:cNvSpPr>
            <a:spLocks noGrp="1"/>
          </p:cNvSpPr>
          <p:nvPr/>
        </p:nvSpPr>
        <p:spPr>
          <a:xfrm>
            <a:off x="923925" y="1828799"/>
            <a:ext cx="1042987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O </a:t>
            </a:r>
            <a:r>
              <a:rPr dirty="0" err="1"/>
              <a:t>avanço</a:t>
            </a:r>
            <a:r>
              <a:rPr dirty="0"/>
              <a:t> das </a:t>
            </a:r>
            <a:r>
              <a:rPr dirty="0" err="1"/>
              <a:t>tecnologias</a:t>
            </a:r>
            <a:r>
              <a:rPr dirty="0"/>
              <a:t> de IA </a:t>
            </a:r>
            <a:r>
              <a:rPr dirty="0" err="1"/>
              <a:t>transformou</a:t>
            </a:r>
            <a:r>
              <a:rPr dirty="0"/>
              <a:t> o </a:t>
            </a:r>
            <a:r>
              <a:rPr dirty="0" err="1"/>
              <a:t>desenvolvimento</a:t>
            </a:r>
            <a:r>
              <a:rPr dirty="0"/>
              <a:t> de software.</a:t>
            </a:r>
          </a:p>
          <a:p>
            <a:pPr marL="0" indent="0">
              <a:buNone/>
            </a:pPr>
            <a:r>
              <a:rPr dirty="0"/>
              <a:t>• Ferramentas </a:t>
            </a:r>
            <a:r>
              <a:rPr dirty="0" err="1"/>
              <a:t>como</a:t>
            </a:r>
            <a:r>
              <a:rPr dirty="0"/>
              <a:t> ChatGPT e Copilot </a:t>
            </a:r>
            <a:r>
              <a:rPr dirty="0" err="1"/>
              <a:t>auxiliam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geração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há</a:t>
            </a:r>
            <a:r>
              <a:rPr dirty="0"/>
              <a:t> </a:t>
            </a:r>
            <a:r>
              <a:rPr dirty="0" err="1"/>
              <a:t>desafios</a:t>
            </a:r>
            <a:r>
              <a:rPr dirty="0"/>
              <a:t> </a:t>
            </a:r>
            <a:r>
              <a:rPr dirty="0" err="1"/>
              <a:t>quanto</a:t>
            </a:r>
            <a:r>
              <a:rPr dirty="0"/>
              <a:t> à </a:t>
            </a:r>
            <a:r>
              <a:rPr dirty="0" err="1"/>
              <a:t>precisão</a:t>
            </a:r>
            <a:r>
              <a:rPr dirty="0"/>
              <a:t>, </a:t>
            </a:r>
            <a:r>
              <a:rPr dirty="0" err="1"/>
              <a:t>segurança</a:t>
            </a:r>
            <a:r>
              <a:rPr dirty="0"/>
              <a:t> e </a:t>
            </a:r>
            <a:r>
              <a:rPr dirty="0" err="1"/>
              <a:t>manutenibilidade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Este </a:t>
            </a:r>
            <a:r>
              <a:rPr dirty="0" err="1"/>
              <a:t>estudo</a:t>
            </a:r>
            <a:r>
              <a:rPr dirty="0"/>
              <a:t> </a:t>
            </a:r>
            <a:r>
              <a:rPr dirty="0" err="1"/>
              <a:t>compara</a:t>
            </a:r>
            <a:r>
              <a:rPr dirty="0"/>
              <a:t> o </a:t>
            </a:r>
            <a:r>
              <a:rPr dirty="0" err="1"/>
              <a:t>desempenho</a:t>
            </a:r>
            <a:r>
              <a:rPr dirty="0"/>
              <a:t> de </a:t>
            </a:r>
            <a:r>
              <a:rPr dirty="0" err="1"/>
              <a:t>cinco</a:t>
            </a:r>
            <a:r>
              <a:rPr dirty="0"/>
              <a:t> IAs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criação</a:t>
            </a:r>
            <a:r>
              <a:rPr dirty="0"/>
              <a:t> de APIs para um </a:t>
            </a:r>
            <a:r>
              <a:rPr dirty="0" err="1"/>
              <a:t>simulador</a:t>
            </a:r>
            <a:r>
              <a:rPr dirty="0"/>
              <a:t> de </a:t>
            </a:r>
            <a:r>
              <a:rPr dirty="0" err="1"/>
              <a:t>investimentos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16337-DB96-0909-8144-B99158B0B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BDAA6-24E2-B0A5-775E-A6DD60BEEDDE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Contextualização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0A4D0-3FD6-861A-6A85-D1DAFF122DCF}"/>
              </a:ext>
            </a:extLst>
          </p:cNvPr>
          <p:cNvSpPr>
            <a:spLocks noGrp="1"/>
          </p:cNvSpPr>
          <p:nvPr/>
        </p:nvSpPr>
        <p:spPr>
          <a:xfrm>
            <a:off x="895349" y="1828799"/>
            <a:ext cx="105251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Modelos</a:t>
            </a:r>
            <a:r>
              <a:rPr dirty="0"/>
              <a:t> de IA </a:t>
            </a:r>
            <a:r>
              <a:rPr dirty="0" err="1"/>
              <a:t>avaliados</a:t>
            </a:r>
            <a:r>
              <a:rPr dirty="0"/>
              <a:t>: ChatGPT, Copilot, DeepSeek, Gemini e Meta AI.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Aplicações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APIs </a:t>
            </a:r>
            <a:r>
              <a:rPr dirty="0" err="1"/>
              <a:t>financeiras</a:t>
            </a:r>
            <a:r>
              <a:rPr dirty="0"/>
              <a:t> para </a:t>
            </a:r>
            <a:r>
              <a:rPr dirty="0" err="1"/>
              <a:t>integração</a:t>
            </a:r>
            <a:r>
              <a:rPr dirty="0"/>
              <a:t> com dados de mercado.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Necessidade</a:t>
            </a:r>
            <a:r>
              <a:rPr dirty="0"/>
              <a:t> de </a:t>
            </a:r>
            <a:r>
              <a:rPr dirty="0" err="1"/>
              <a:t>comparar</a:t>
            </a:r>
            <a:r>
              <a:rPr dirty="0"/>
              <a:t> </a:t>
            </a:r>
            <a:r>
              <a:rPr dirty="0" err="1"/>
              <a:t>qualidade</a:t>
            </a:r>
            <a:r>
              <a:rPr dirty="0"/>
              <a:t> e </a:t>
            </a:r>
            <a:r>
              <a:rPr dirty="0" err="1"/>
              <a:t>desempenho</a:t>
            </a:r>
            <a:r>
              <a:rPr dirty="0"/>
              <a:t> entre </a:t>
            </a:r>
            <a:r>
              <a:rPr dirty="0" err="1"/>
              <a:t>diferentes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018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8BFD-640D-6482-A026-AAF7726C1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55D9-24B3-CC20-F116-6F671A9BA089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Problema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0482E-9E7E-D88E-B3AD-73E9772E6798}"/>
              </a:ext>
            </a:extLst>
          </p:cNvPr>
          <p:cNvSpPr>
            <a:spLocks noGrp="1"/>
          </p:cNvSpPr>
          <p:nvPr/>
        </p:nvSpPr>
        <p:spPr>
          <a:xfrm>
            <a:off x="733425" y="1828799"/>
            <a:ext cx="10591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Existem poucos</a:t>
            </a:r>
            <a:r>
              <a:rPr dirty="0"/>
              <a:t> </a:t>
            </a:r>
            <a:r>
              <a:rPr dirty="0" err="1"/>
              <a:t>estudos</a:t>
            </a:r>
            <a:r>
              <a:rPr dirty="0"/>
              <a:t> </a:t>
            </a:r>
            <a:r>
              <a:rPr dirty="0" err="1"/>
              <a:t>comparativos</a:t>
            </a:r>
            <a:r>
              <a:rPr dirty="0"/>
              <a:t> </a:t>
            </a:r>
            <a:r>
              <a:rPr dirty="0" err="1"/>
              <a:t>detalhados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avaliem</a:t>
            </a:r>
            <a:r>
              <a:rPr dirty="0"/>
              <a:t> o </a:t>
            </a:r>
            <a:r>
              <a:rPr dirty="0" err="1"/>
              <a:t>desempenho</a:t>
            </a:r>
            <a:r>
              <a:rPr dirty="0"/>
              <a:t> de </a:t>
            </a:r>
            <a:r>
              <a:rPr dirty="0" err="1"/>
              <a:t>diferentes</a:t>
            </a:r>
            <a:r>
              <a:rPr dirty="0"/>
              <a:t> </a:t>
            </a:r>
            <a:r>
              <a:rPr dirty="0" err="1"/>
              <a:t>inteligências</a:t>
            </a:r>
            <a:r>
              <a:rPr dirty="0"/>
              <a:t> </a:t>
            </a:r>
            <a:r>
              <a:rPr dirty="0" err="1"/>
              <a:t>artificiais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geração</a:t>
            </a:r>
            <a:r>
              <a:rPr dirty="0"/>
              <a:t> de APIs, </a:t>
            </a:r>
            <a:r>
              <a:rPr dirty="0" err="1"/>
              <a:t>considerando</a:t>
            </a:r>
            <a:r>
              <a:rPr dirty="0"/>
              <a:t> </a:t>
            </a:r>
            <a:r>
              <a:rPr dirty="0" err="1"/>
              <a:t>aspectos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segurança</a:t>
            </a:r>
            <a:r>
              <a:rPr dirty="0"/>
              <a:t>, </a:t>
            </a:r>
            <a:r>
              <a:rPr dirty="0" err="1"/>
              <a:t>eficiência</a:t>
            </a:r>
            <a:r>
              <a:rPr dirty="0"/>
              <a:t> </a:t>
            </a:r>
            <a:r>
              <a:rPr dirty="0" err="1"/>
              <a:t>estrutural</a:t>
            </a:r>
            <a:r>
              <a:rPr dirty="0"/>
              <a:t> e </a:t>
            </a:r>
            <a:r>
              <a:rPr dirty="0" err="1"/>
              <a:t>manutenibilidade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3745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A3D43-9640-B97B-110D-CB9FE9F31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44C04-096D-C96F-CBDF-C15CB19A0310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Objetivo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DBBBE-B9ED-28BC-3F7A-4487488F8216}"/>
              </a:ext>
            </a:extLst>
          </p:cNvPr>
          <p:cNvSpPr>
            <a:spLocks noGrp="1"/>
          </p:cNvSpPr>
          <p:nvPr/>
        </p:nvSpPr>
        <p:spPr>
          <a:xfrm>
            <a:off x="771525" y="1828799"/>
            <a:ext cx="1046797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 err="1"/>
              <a:t>Comparar</a:t>
            </a:r>
            <a:r>
              <a:rPr dirty="0"/>
              <a:t> o </a:t>
            </a:r>
            <a:r>
              <a:rPr dirty="0" err="1"/>
              <a:t>desempenho</a:t>
            </a:r>
            <a:r>
              <a:rPr dirty="0"/>
              <a:t> de </a:t>
            </a:r>
            <a:r>
              <a:rPr dirty="0" err="1"/>
              <a:t>cinco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de IA (Copilot, ChatGPT, DeepSeek, Gemini e Meta AI)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geração</a:t>
            </a:r>
            <a:r>
              <a:rPr dirty="0"/>
              <a:t> de APIs para um </a:t>
            </a:r>
            <a:r>
              <a:rPr dirty="0" err="1"/>
              <a:t>simulador</a:t>
            </a:r>
            <a:r>
              <a:rPr dirty="0"/>
              <a:t> de </a:t>
            </a:r>
            <a:r>
              <a:rPr dirty="0" err="1"/>
              <a:t>investimentos</a:t>
            </a:r>
            <a:r>
              <a:rPr dirty="0"/>
              <a:t> </a:t>
            </a:r>
            <a:r>
              <a:rPr dirty="0" err="1"/>
              <a:t>avaliando</a:t>
            </a:r>
            <a:r>
              <a:rPr dirty="0"/>
              <a:t> </a:t>
            </a:r>
            <a:r>
              <a:rPr dirty="0" err="1"/>
              <a:t>métricas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, </a:t>
            </a:r>
            <a:r>
              <a:rPr dirty="0" err="1"/>
              <a:t>segurança</a:t>
            </a:r>
            <a:r>
              <a:rPr dirty="0"/>
              <a:t> e </a:t>
            </a:r>
            <a:r>
              <a:rPr dirty="0" err="1"/>
              <a:t>eficiência</a:t>
            </a:r>
            <a:r>
              <a:rPr dirty="0"/>
              <a:t> </a:t>
            </a:r>
            <a:r>
              <a:rPr dirty="0" err="1"/>
              <a:t>estrutural</a:t>
            </a:r>
            <a:r>
              <a:rPr dirty="0"/>
              <a:t> com base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análises</a:t>
            </a:r>
            <a:r>
              <a:rPr dirty="0"/>
              <a:t> do SonarQube.</a:t>
            </a:r>
          </a:p>
        </p:txBody>
      </p:sp>
    </p:spTree>
    <p:extLst>
      <p:ext uri="{BB962C8B-B14F-4D97-AF65-F5344CB8AC3E}">
        <p14:creationId xmlns:p14="http://schemas.microsoft.com/office/powerpoint/2010/main" val="3494285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00E3F-E888-E8B7-25C5-F20A0623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19D79EC-FC16-AC80-02A3-D6C99219A296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/>
              <a:t>Material e </a:t>
            </a:r>
            <a:r>
              <a:rPr b="1" dirty="0" err="1"/>
              <a:t>Métodos</a:t>
            </a:r>
            <a:endParaRPr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FAA10B-3F0E-E089-814E-183382F71F39}"/>
              </a:ext>
            </a:extLst>
          </p:cNvPr>
          <p:cNvSpPr>
            <a:spLocks noGrp="1"/>
          </p:cNvSpPr>
          <p:nvPr/>
        </p:nvSpPr>
        <p:spPr>
          <a:xfrm>
            <a:off x="704851" y="1828799"/>
            <a:ext cx="1077277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Local da </a:t>
            </a:r>
            <a:r>
              <a:rPr dirty="0" err="1"/>
              <a:t>pesquisa</a:t>
            </a:r>
            <a:r>
              <a:rPr dirty="0"/>
              <a:t>: </a:t>
            </a:r>
            <a:r>
              <a:rPr dirty="0" err="1"/>
              <a:t>ambiente</a:t>
            </a:r>
            <a:r>
              <a:rPr dirty="0"/>
              <a:t> </a:t>
            </a:r>
            <a:r>
              <a:rPr dirty="0" err="1"/>
              <a:t>controlado</a:t>
            </a:r>
            <a:r>
              <a:rPr dirty="0"/>
              <a:t> com </a:t>
            </a:r>
            <a:r>
              <a:rPr dirty="0" err="1"/>
              <a:t>tecnologias</a:t>
            </a:r>
            <a:r>
              <a:rPr dirty="0"/>
              <a:t> Python, </a:t>
            </a:r>
            <a:r>
              <a:rPr dirty="0" err="1"/>
              <a:t>FastAPI</a:t>
            </a:r>
            <a:r>
              <a:rPr dirty="0"/>
              <a:t>, Docker e SQL Server.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População</a:t>
            </a:r>
            <a:r>
              <a:rPr dirty="0"/>
              <a:t> e </a:t>
            </a:r>
            <a:r>
              <a:rPr dirty="0" err="1"/>
              <a:t>amostra</a:t>
            </a:r>
            <a:r>
              <a:rPr dirty="0"/>
              <a:t>: </a:t>
            </a:r>
            <a:r>
              <a:rPr dirty="0" err="1"/>
              <a:t>cinco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de IA </a:t>
            </a:r>
            <a:r>
              <a:rPr dirty="0" err="1"/>
              <a:t>utilizados</a:t>
            </a:r>
            <a:r>
              <a:rPr dirty="0"/>
              <a:t> para </a:t>
            </a:r>
            <a:r>
              <a:rPr dirty="0" err="1"/>
              <a:t>gerar</a:t>
            </a:r>
            <a:r>
              <a:rPr dirty="0"/>
              <a:t> APIs </a:t>
            </a:r>
            <a:r>
              <a:rPr dirty="0" err="1"/>
              <a:t>idênticas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Instrumentos</a:t>
            </a:r>
            <a:r>
              <a:rPr dirty="0"/>
              <a:t>: SonarQube para </a:t>
            </a:r>
            <a:r>
              <a:rPr dirty="0" err="1"/>
              <a:t>métricas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e </a:t>
            </a:r>
            <a:r>
              <a:rPr dirty="0" err="1"/>
              <a:t>segurança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Procedimentos</a:t>
            </a:r>
            <a:r>
              <a:rPr dirty="0"/>
              <a:t>: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receberam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mesmos</a:t>
            </a:r>
            <a:r>
              <a:rPr dirty="0"/>
              <a:t> prompts e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avaliados</a:t>
            </a:r>
            <a:r>
              <a:rPr dirty="0"/>
              <a:t> de forma </a:t>
            </a:r>
            <a:r>
              <a:rPr dirty="0" err="1"/>
              <a:t>padronizada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35860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3702-BB21-12E5-0847-45287664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AE16-D19D-4ED6-FB6C-D053736E967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Segurança e Qualidade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FAB4B-7B26-D723-0B33-BB65BFFAAEBD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C4F29D3-E81E-1C48-B289-802DE2801C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407591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7579339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1776492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931464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375172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Vulnerabilidades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Bugs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 err="1"/>
                        <a:t>Code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Smells</a:t>
                      </a:r>
                      <a:endParaRPr lang="pt-B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290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335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5775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542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2238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4369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7002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E4016-214D-F6E8-AAFF-5641B3E3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1BBFD-2494-D7DF-DB0B-79F4D4505DE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Severidades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9B504-407F-A4C8-3B0E-248CB92EEE62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715E1D88-2036-6EDE-2F61-71EC6F92A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52348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7161940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9812500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964904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94231768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59589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110204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Bloqueios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Críticas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Principais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Secundárias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958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464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3392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842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1901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868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748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7636-55AB-D76D-CD2B-1794B59C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F83CA-501D-60D2-759A-AB0FDC3814B5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Tempo de Correção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A9758-7FAC-B834-A3FB-BC4F78430819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07D232C9-81B2-7517-440A-67F483960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55408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20366474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5535383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927308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540409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698088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Segurança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Confiabilidade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Manutenção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630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02h27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01h47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220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5662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04h30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04h00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531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03h45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02h45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6528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02h07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01h07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8467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309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7F07D-62AD-F8DF-F0E1-5DE5E5B52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0BDF4-424C-BC70-6447-664117862C4A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Dívida Técnica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A1780-C918-AF9D-6376-6BF8891F61D1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AEA4A582-8A4F-2CF7-75A3-909452EF75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05341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7139909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6537083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0120252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2209229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207626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3343581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Índice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Linhas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Funções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Classes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Arquivos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1387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867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105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2732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826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0823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1272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12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1017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608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102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794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8211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AE658-1F7B-26C5-D526-E665E35C3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AD51E-FD2A-203D-CF9F-5B3B1C3908E7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Complexidade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DF4DD-9550-D8C7-5E6E-5FCD08114B2E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188E354-5A7A-BCE5-6077-F274488541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716449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64568429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370253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48549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Ciclomática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Cognitiva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6052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169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430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158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595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0072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43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68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24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1801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6C988-02E4-6539-F633-36BBA6D63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7081F-DA73-360F-25B0-6063BEE9C81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Resultados</a:t>
            </a:r>
            <a:r>
              <a:rPr b="1" dirty="0"/>
              <a:t> e </a:t>
            </a:r>
            <a:r>
              <a:rPr b="1" dirty="0" err="1"/>
              <a:t>Discussão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8A20F-3C1D-8D22-5335-CD3023B70179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Copilot </a:t>
            </a:r>
            <a:r>
              <a:rPr dirty="0" err="1"/>
              <a:t>apresentou</a:t>
            </a:r>
            <a:r>
              <a:rPr dirty="0"/>
              <a:t> </a:t>
            </a:r>
            <a:r>
              <a:rPr dirty="0" err="1"/>
              <a:t>menor</a:t>
            </a:r>
            <a:r>
              <a:rPr dirty="0"/>
              <a:t> tempo de </a:t>
            </a:r>
            <a:r>
              <a:rPr dirty="0" err="1"/>
              <a:t>correção</a:t>
            </a:r>
            <a:r>
              <a:rPr dirty="0"/>
              <a:t> e boa </a:t>
            </a:r>
            <a:r>
              <a:rPr dirty="0" err="1"/>
              <a:t>estabilidade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Meta AI </a:t>
            </a:r>
            <a:r>
              <a:rPr dirty="0" err="1"/>
              <a:t>obteve</a:t>
            </a:r>
            <a:r>
              <a:rPr dirty="0"/>
              <a:t> </a:t>
            </a:r>
            <a:r>
              <a:rPr dirty="0" err="1"/>
              <a:t>melhor</a:t>
            </a:r>
            <a:r>
              <a:rPr dirty="0"/>
              <a:t> </a:t>
            </a:r>
            <a:r>
              <a:rPr dirty="0" err="1"/>
              <a:t>qualidade</a:t>
            </a:r>
            <a:r>
              <a:rPr dirty="0"/>
              <a:t> </a:t>
            </a:r>
            <a:r>
              <a:rPr dirty="0" err="1"/>
              <a:t>estrutural</a:t>
            </a:r>
            <a:r>
              <a:rPr dirty="0"/>
              <a:t> e </a:t>
            </a:r>
            <a:r>
              <a:rPr dirty="0" err="1"/>
              <a:t>menor</a:t>
            </a:r>
            <a:r>
              <a:rPr dirty="0"/>
              <a:t> </a:t>
            </a:r>
            <a:r>
              <a:rPr dirty="0" err="1"/>
              <a:t>complexidade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DeepSeek e Gemini </a:t>
            </a:r>
            <a:r>
              <a:rPr dirty="0" err="1"/>
              <a:t>apresentaram</a:t>
            </a:r>
            <a:r>
              <a:rPr dirty="0"/>
              <a:t>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complexidade</a:t>
            </a:r>
            <a:r>
              <a:rPr dirty="0"/>
              <a:t> e </a:t>
            </a:r>
            <a:r>
              <a:rPr dirty="0" err="1"/>
              <a:t>severidades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obtidos</a:t>
            </a:r>
            <a:r>
              <a:rPr dirty="0"/>
              <a:t> via </a:t>
            </a:r>
            <a:r>
              <a:rPr dirty="0" err="1"/>
              <a:t>análise</a:t>
            </a:r>
            <a:r>
              <a:rPr dirty="0"/>
              <a:t> no SonarQube.</a:t>
            </a:r>
          </a:p>
        </p:txBody>
      </p:sp>
    </p:spTree>
    <p:extLst>
      <p:ext uri="{BB962C8B-B14F-4D97-AF65-F5344CB8AC3E}">
        <p14:creationId xmlns:p14="http://schemas.microsoft.com/office/powerpoint/2010/main" val="1143822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D5FFA-A529-5B86-0BDA-68230FC9D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719807-6968-C072-ACCE-26A00681E16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Conclusões</a:t>
            </a:r>
            <a:endParaRPr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EB9D389-D60E-94C4-E5E3-798F1EE3FB02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Todas</a:t>
            </a:r>
            <a:r>
              <a:rPr dirty="0"/>
              <a:t> as IAs </a:t>
            </a:r>
            <a:r>
              <a:rPr dirty="0" err="1"/>
              <a:t>atingiram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objetivos</a:t>
            </a:r>
            <a:r>
              <a:rPr dirty="0"/>
              <a:t> de </a:t>
            </a:r>
            <a:r>
              <a:rPr dirty="0" err="1"/>
              <a:t>gerar</a:t>
            </a:r>
            <a:r>
              <a:rPr dirty="0"/>
              <a:t> APIs </a:t>
            </a:r>
            <a:r>
              <a:rPr dirty="0" err="1"/>
              <a:t>funcionais</a:t>
            </a:r>
            <a:r>
              <a:rPr dirty="0"/>
              <a:t>.</a:t>
            </a:r>
            <a:endParaRPr lang="pt-BR" dirty="0"/>
          </a:p>
          <a:p>
            <a:pPr marL="0" indent="0">
              <a:buNone/>
            </a:pPr>
            <a:r>
              <a:rPr lang="pt-BR" dirty="0"/>
              <a:t>• Escolha da IA depende do contexto do projeto.</a:t>
            </a:r>
          </a:p>
          <a:p>
            <a:pPr marL="0" indent="0">
              <a:buNone/>
            </a:pPr>
            <a:r>
              <a:rPr lang="pt-BR" dirty="0"/>
              <a:t>• Revisão humana continua essencial.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73978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428A7-451A-9D76-71CB-D92AB9EC3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8589-066B-C68D-A0E1-2179E794B016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Agradecimentos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59DD-5670-52BA-A113-2550C4505235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O</a:t>
            </a:r>
            <a:r>
              <a:rPr dirty="0" err="1"/>
              <a:t>rientador</a:t>
            </a:r>
            <a:r>
              <a:rPr dirty="0"/>
              <a:t> Anderson Canale Garcia</a:t>
            </a:r>
          </a:p>
        </p:txBody>
      </p:sp>
    </p:spTree>
    <p:extLst>
      <p:ext uri="{BB962C8B-B14F-4D97-AF65-F5344CB8AC3E}">
        <p14:creationId xmlns:p14="http://schemas.microsoft.com/office/powerpoint/2010/main" val="29178129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8CFA7B293EDBE4DB98FBC161D82B39F" ma:contentTypeVersion="15" ma:contentTypeDescription="Crie um novo documento." ma:contentTypeScope="" ma:versionID="ed78836dbbd60ef5b47f46abba0ddc66">
  <xsd:schema xmlns:xsd="http://www.w3.org/2001/XMLSchema" xmlns:xs="http://www.w3.org/2001/XMLSchema" xmlns:p="http://schemas.microsoft.com/office/2006/metadata/properties" xmlns:ns2="2c89dc19-a755-4b1f-8ccb-ddc282e02978" xmlns:ns3="1e7d8aaf-77fb-4419-819f-502bcc31ffe3" targetNamespace="http://schemas.microsoft.com/office/2006/metadata/properties" ma:root="true" ma:fieldsID="f28b1225859e7fd7734d1009df438026" ns2:_="" ns3:_="">
    <xsd:import namespace="2c89dc19-a755-4b1f-8ccb-ddc282e02978"/>
    <xsd:import namespace="1e7d8aaf-77fb-4419-819f-502bcc31ffe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89dc19-a755-4b1f-8ccb-ddc282e0297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1b121cd5-3768-42a0-b312-b7830db9b9b1}" ma:internalName="TaxCatchAll" ma:showField="CatchAllData" ma:web="2c89dc19-a755-4b1f-8ccb-ddc282e0297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7d8aaf-77fb-4419-819f-502bcc31ff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cf329bc3-ce7e-4e75-9c56-962f8f350e4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e7d8aaf-77fb-4419-819f-502bcc31ffe3">
      <Terms xmlns="http://schemas.microsoft.com/office/infopath/2007/PartnerControls"/>
    </lcf76f155ced4ddcb4097134ff3c332f>
    <TaxCatchAll xmlns="2c89dc19-a755-4b1f-8ccb-ddc282e0297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5E43D43-768B-4037-BB07-231DDA2772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c89dc19-a755-4b1f-8ccb-ddc282e02978"/>
    <ds:schemaRef ds:uri="1e7d8aaf-77fb-4419-819f-502bcc31ff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1A62DB6-902C-42C2-8D0F-84FB049FEE65}">
  <ds:schemaRefs>
    <ds:schemaRef ds:uri="http://schemas.microsoft.com/office/2006/metadata/properties"/>
    <ds:schemaRef ds:uri="http://schemas.microsoft.com/office/infopath/2007/PartnerControls"/>
    <ds:schemaRef ds:uri="1e7d8aaf-77fb-4419-819f-502bcc31ffe3"/>
    <ds:schemaRef ds:uri="2c89dc19-a755-4b1f-8ccb-ddc282e02978"/>
  </ds:schemaRefs>
</ds:datastoreItem>
</file>

<file path=customXml/itemProps3.xml><?xml version="1.0" encoding="utf-8"?>
<ds:datastoreItem xmlns:ds="http://schemas.openxmlformats.org/officeDocument/2006/customXml" ds:itemID="{555DBCE5-0FAE-4B8C-8A8A-6EE5B61A622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502</Words>
  <Application>Microsoft Office PowerPoint</Application>
  <PresentationFormat>Widescreen</PresentationFormat>
  <Paragraphs>181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14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Calibri Light</vt:lpstr>
      <vt:lpstr>Poppins SemiBold</vt:lpstr>
      <vt:lpstr>Roboto</vt:lpstr>
      <vt:lpstr>Tema do Office</vt:lpstr>
      <vt:lpstr>Personalizar design</vt:lpstr>
      <vt:lpstr>Desempenho de inteligências artificiais na criação de APIs para plataformas de simulação de investimentos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do Trabalho de Conclusão de Curso</dc:title>
  <dc:creator>Nicole Dinardi</dc:creator>
  <cp:lastModifiedBy>igor8n1@gmail.com</cp:lastModifiedBy>
  <cp:revision>12</cp:revision>
  <dcterms:created xsi:type="dcterms:W3CDTF">2023-09-28T12:56:17Z</dcterms:created>
  <dcterms:modified xsi:type="dcterms:W3CDTF">2025-10-07T01:54:23Z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0x01010008CFA7B293EDBE4DB98FBC161D82B39F</vt:lpwstr>
  </property>
</Properties>
</file>